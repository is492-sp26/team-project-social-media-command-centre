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633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" y="5257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🍔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20040" y="1645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McDonald's Social Media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2377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 Centre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3154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Branch Insights for Operations Managers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3566160"/>
            <a:ext cx="5486400" cy="36576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37033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IS492 — GenAI for Human-AI Collaboration  |  Spring 2026  |  UIUC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C  ·  Jeet T  ·  Ashish G</a:t>
            </a:r>
            <a:endParaRPr lang="en-US" sz="1200" dirty="0"/>
          </a:p>
          <a:p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https://mcd-command-centre.streamlit.app</a:t>
            </a:r>
          </a:p>
          <a:p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https://github.com/PranavCR01/mcd-copilot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32,736 customer reviews go largely unread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rely on star ratings alone — miss real issues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quickly surface urgent problems by branch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NLP gives scores, not actions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generates staff-ready communications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45720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8412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 that reads reviews and generates insights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health overview — worst locations first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summary + 3 prioritized action items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— cites real review quotes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staff briefing memo ready to send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434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McDonald's area managers &amp; regional operations leads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023360" cy="5029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 1 — Review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32,736 reviews from Kaggle dataset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across all branches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cities by review volume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performing branches chart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city — all charts update live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206240" cy="50292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17720" y="841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 2 — AI Manager Co-Pilot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health table — worst locations first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branch + time range → Generate Insights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top 20 reviews, generates:</a:t>
            </a:r>
            <a:endParaRPr lang="en-US" sz="12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main issues</a:t>
            </a:r>
            <a:endParaRPr lang="en-US" sz="12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 ITEMS with review evidence</a:t>
            </a:r>
            <a:endParaRPr lang="en-US" sz="12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BRIEFING memo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memo as .txt file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Decisions &amp; Challenges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Model: Claude Haiku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from local Llama3 (4.7GB, timeout issues on GTX 1650) to Anthropic Claude API. Haiku is fast, cheap (~$0.001/call), and produces high-quality structured output reliably.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411480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841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Branch vs City Level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feedback: city-level was too broad. Switched filter to street address (branch). Managers care about specific locations, not entire cities.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114800" cy="4114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807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Prompt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26440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strictly grounds LLM in actual review text — prevents hallucination. Forces 3-section output: SUMMARY / ACTION ITEMS / STAFF BRIEFING. Evidence must be quoted.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114800" cy="41148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09160" y="2807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Observability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26440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logged to SQLite: timestamp, branch, days_range, num_reviews, response. Enables debugging and usage analysis for CP4 evaluation.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Safety, Privacy &amp; Reliability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PII Handling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384048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public Kaggle data. Only review text + star rating sent to Claude — no names, addresses, reviewer IDs, or coordinates. Non-ASCII characters stripped at load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0060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Rate Limiting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384048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20 reviews per API call. Prevents excessive token usage and keeps response time under 5 seconds. SQLite logs track all calls for cost monitoring.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Hallucination Prevention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384048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explicitly forbids the model from inventing problems. Every action item must cite actual review evidence. Model cannot reference issues not present in the provided reviews.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060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Secrets Management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3291840"/>
            <a:ext cx="384048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stored in .env (gitignored). .env.example provided with placeholder only. No secrets committed to GitHub. Kaggle credentials stored in local kaggle.json.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A29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 — CP4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03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classmates act as branch managers. Given a branch with poor ratings, they must identify the top 3 issues and write a staff memo — first without the tool, then with it. We measure: task completion time, issue identification accuracy, and memo quality.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91440" cy="1188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 Saved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identify issues without vs. with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17720" y="2331720"/>
            <a:ext cx="91440" cy="1188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060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Task Success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8072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identify the same issues Claude found?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91440" cy="1188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SUS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330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Usability Scale — 5 question survey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17720" y="3657600"/>
            <a:ext cx="91440" cy="1188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Memo Quality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41330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rating of memo usefulness (1-5)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 — Team Contributions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40690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AI Integration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2560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&amp; backend implementation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integration &amp; prompt engineering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data_loader.py — Kaggle pipeline &amp; cleaning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llm.py — API calls, SQLite telemetry logging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filtering &amp; health overview table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briefing export feature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</a:p>
        </p:txBody>
      </p:sp>
      <p:sp>
        <p:nvSpPr>
          <p:cNvPr id="10" name="Shape 8"/>
          <p:cNvSpPr/>
          <p:nvPr/>
        </p:nvSpPr>
        <p:spPr>
          <a:xfrm>
            <a:off x="3172968" y="822960"/>
            <a:ext cx="2743200" cy="40690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743200" cy="50292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4408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Jeet 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097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UI/UX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64408" y="1417320"/>
            <a:ext cx="2560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layout and tab structure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themed UI design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 and interactive controls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 styling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layout adjustments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822960"/>
            <a:ext cx="2743200" cy="40690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71616" y="822960"/>
            <a:ext cx="2743200" cy="50292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63056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63056" y="1097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Visualizations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63056" y="1417320"/>
            <a:ext cx="2560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data analysis (notebook)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&amp; city charts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Best/worst performing branch charts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validation and cleaning logic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731</Words>
  <Application>Microsoft Office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Social Media Command Centre - CP3</dc:title>
  <dc:subject>PptxGenJS Presentation</dc:subject>
  <dc:creator>PptxGenJS</dc:creator>
  <cp:lastModifiedBy>Pranav CR</cp:lastModifiedBy>
  <cp:revision>5</cp:revision>
  <dcterms:created xsi:type="dcterms:W3CDTF">2026-04-07T04:55:56Z</dcterms:created>
  <dcterms:modified xsi:type="dcterms:W3CDTF">2026-04-07T05:36:16Z</dcterms:modified>
</cp:coreProperties>
</file>